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N1" Type="http://schemas.openxmlformats.org/officeDocument/2006/relationships/notesSlide" Target="notesSlides/notesSlide1.xml"/>
<Relationship Id="rIdN2" Type="http://schemas.openxmlformats.org/officeDocument/2006/relationships/notesSlide" Target="notesSlides/notesSlide2.xml"/>
<Relationship Id="rIdN3" Type="http://schemas.openxmlformats.org/officeDocument/2006/relationships/notesSlide" Target="notesSlides/notesSlide3.xml"/>
</Relationships>
</file>

<file path=ppt/notesSlides/notesSlide1.xml><?xml version="1.0" encoding="utf-8"?>
<p:notes xmlns:p="http://schemas.openxmlformats.org/presentationml/2006/main" xmlns:a="http://schemas.openxmlformats.org/drawingml/2006/main">
  <p:cSld>
    <p:sp>
      <p:txBody>
        <a:p>
          <a:r>
            <a:t>Remember to mention the agent-first approach</a:t>
          </a:r>
        </a:p>
      </p:txBody>
    </p:sp>
  </p:cSld>
</p:notes>
</file>

<file path=ppt/notesSlides/notesSlide2.xml><?xml version="1.0" encoding="utf-8"?>
<p:notes xmlns:p="http://schemas.openxmlformats.org/presentationml/2006/main" xmlns:a="http://schemas.openxmlformats.org/drawingml/2006/main">
  <p:cSld>
    <p:sp>
      <p:txBody>
        <a:p>
          <a:r>
            <a:t>Show the before/after demo</a:t>
          </a:r>
        </a:p>
      </p:txBody>
    </p:sp>
  </p:cSld>
</p:notes>
</file>

<file path=ppt/notesSlides/notesSlide3.xml><?xml version="1.0" encoding="utf-8"?>
<p:notes xmlns:p="http://schemas.openxmlformats.org/presentationml/2006/main" xmlns:a="http://schemas.openxmlformats.org/drawingml/2006/main">
  <p:cSld>
    <p:sp>
      <p:txBody>
        <a:p>
          <a:r>
            <a:t>Encourage them to install the CLI</a:t>
          </a:r>
        </a:p>
      </p:txBody>
    </p:sp>
  </p:cSld>
</p:notes>
</file>

<file path=ppt/slides/slide1.xml><?xml version="1.0" encoding="utf-8"?>
<p:sld xmlns:p="http://schemas.openxmlformats.org/presentationml/2006/main" xmlns:a="http://schemas.openxmlformats.org/drawingml/2006/main">
  <p:cSld>
    <p:sp>
      <p:txBody>
        <a:p>
          <a:r>
            <a:t>Introduction</a:t>
          </a:r>
        </a:p>
      </p:txBody>
    </p:sp>
    <p:sp>
      <p:txBody>
        <a:p>
          <a:r>
            <a:t>Welcome to AgentReady</a:t>
          </a:r>
        </a:p>
      </p:txBody>
    </p:sp>
  </p:cSld>
</p:sld>
</file>

<file path=ppt/slides/slide2.xml><?xml version="1.0" encoding="utf-8"?>
<p:sld xmlns:p="http://schemas.openxmlformats.org/presentationml/2006/main" xmlns:a="http://schemas.openxmlformats.org/drawingml/2006/main">
  <p:cSld>
    <p:sp>
      <p:txBody>
        <a:p>
          <a:r>
            <a:t>How it works</a:t>
          </a:r>
        </a:p>
      </p:txBody>
    </p:sp>
    <p:sp>
      <p:txBody>
        <a:p>
          <a:r>
            <a:t>Drop files in, get Markdown out</a:t>
          </a:r>
        </a:p>
      </p:txBody>
    </p:sp>
  </p:cSld>
</p:sld>
</file>

<file path=ppt/slides/slide3.xml><?xml version="1.0" encoding="utf-8"?>
<p:sld xmlns:p="http://schemas.openxmlformats.org/presentationml/2006/main" xmlns:a="http://schemas.openxmlformats.org/drawingml/2006/main">
  <p:cSld>
    <p:sp>
      <p:txBody>
        <a:p>
          <a:r>
            <a:t>Try it</a:t>
          </a:r>
        </a:p>
      </p:txBody>
    </p:sp>
    <p:sp>
      <p:txBody>
        <a:p>
          <a:r>
            <a:t>agentready convert your-folder --output out</a:t>
          </a:r>
        </a:p>
      </p:txBody>
    </p:sp>
  </p:cSld>
</p:sld>
</file>